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FFFFFF"/>
                </a:solidFill>
              </a:rPr>
              <a:t>🛡️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0" y="1828800"/>
            <a:ext cx="1219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微信商户号申诉专业助手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0" y="246888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8B4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Merchant Appeal Assistant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3200400"/>
            <a:ext cx="1219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AI驱动的智能申诉解决方案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DeepSeek 大模型 · React + Express + MySQL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438912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github.com/aiyangdie/merchant-appeal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市场痛点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82880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1188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不知道准备什么材料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商户被风控后一头雾水，不知从何下手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2103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申诉材料不专业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自己写的材料漏洞百出，反复被驳回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💸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97280" y="3017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找顾问费用高昂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3337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专业申诉顾问收费数千元，中小商户负担重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97280" y="3931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模板千篇一律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4251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网上模板不针对具体情况，通过率低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0" y="1097280"/>
            <a:ext cx="4754880" cy="3474720"/>
          </a:xfrm>
          <a:prstGeom prst="roundRect">
            <a:avLst>
              <a:gd name="adj" fmla="val 3947"/>
            </a:avLst>
          </a:prstGeom>
          <a:solidFill>
            <a:srgbClr val="F5F3FF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11887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我们的解决方案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40880" y="173736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 对话自动引导收集所有必要信息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基于行业知识库生成专业申诉材料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Token 计费，成本低至几毛钱一次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根据每个商户情况定制个性化方案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内置成功案例，智能匹配最优策略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✨ 核心特性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82880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347472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智能对话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DeepSeek大模型驱动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像朋友聊天一样自然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188720"/>
            <a:ext cx="347472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297680" y="1691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智能信息提取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97680" y="2011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 AI提取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零正则零硬编码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188720"/>
            <a:ext cx="347472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🏭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138160" y="1691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行业自适应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38160" y="2011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30+行业知识库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自动匹配申诉策略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347472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926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57200" y="3337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专业材料生成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657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结构化报告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可直接提交官方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2834640"/>
            <a:ext cx="347472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2926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297680" y="3337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极致性能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97680" y="3657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SSE流式传输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首字节&lt;1秒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2834640"/>
            <a:ext cx="347472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8160" y="2926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138160" y="3337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反幻觉防线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38160" y="3657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四重防护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杜绝AI编造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🏗️ 系统架构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82880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3200400" cy="22860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(React SPA)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React 18 + Router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TailwindCSS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SSE 流式接收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实时 Token 显示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0" y="137160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(Express API)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192024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规则引擎 (localAI)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行业知识库 (30+行业)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Token计费 + JWT认证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AES-256 数据加密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1371600"/>
            <a:ext cx="3200400" cy="1005840"/>
          </a:xfrm>
          <a:prstGeom prst="roundRect">
            <a:avLst>
              <a:gd name="adj" fmla="val 13636"/>
            </a:avLst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417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API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0" y="1737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对话/提取/评估/报告/扩展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2651760"/>
            <a:ext cx="3200400" cy="1005840"/>
          </a:xfrm>
          <a:prstGeom prst="roundRect">
            <a:avLst>
              <a:gd name="adj" fmla="val 13636"/>
            </a:avLst>
          </a:prstGeom>
          <a:solidFill>
            <a:srgbClr val="FFF7ED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697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8.0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0" y="3017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用户/会话/消息/计费/案例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26080" y="2286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SSE Stream ◄►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32320" y="1828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API ◄►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931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API 5 处调用点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F5F3F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297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对话生成 (流式)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51760" y="429768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F5F3FF"/>
          </a:solidFill>
          <a:ln/>
        </p:spPr>
      </p:sp>
      <p:sp>
        <p:nvSpPr>
          <p:cNvPr id="22" name="Text 20"/>
          <p:cNvSpPr/>
          <p:nvPr/>
        </p:nvSpPr>
        <p:spPr>
          <a:xfrm>
            <a:off x="2651760" y="4297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字段提取 (并行)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429768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F5F3FF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4297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完成度评估 (异步)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040880" y="429768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F5F3FF"/>
          </a:solidFill>
          <a:ln/>
        </p:spPr>
      </p:sp>
      <p:sp>
        <p:nvSpPr>
          <p:cNvPr id="26" name="Text 24"/>
          <p:cNvSpPr/>
          <p:nvPr/>
        </p:nvSpPr>
        <p:spPr>
          <a:xfrm>
            <a:off x="7040880" y="4297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报告生成 (流式)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235440" y="429768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F5F3FF"/>
          </a:solidFill>
          <a:ln/>
        </p:spPr>
      </p:sp>
      <p:sp>
        <p:nvSpPr>
          <p:cNvPr id="28" name="Text 26"/>
          <p:cNvSpPr/>
          <p:nvPr/>
        </p:nvSpPr>
        <p:spPr>
          <a:xfrm>
            <a:off x="9235440" y="4297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行业扩展 (触发式)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🔧 技术栈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82880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137160" cy="64008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前端框架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0" y="1188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18 + React Router 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188720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0" y="1188720"/>
            <a:ext cx="137160" cy="640080"/>
          </a:xfrm>
          <a:prstGeom prst="roundRect">
            <a:avLst>
              <a:gd name="adj" fmla="val 13333"/>
            </a:avLst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 样式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03920" y="1188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TailwindCSS 3.4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965960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965960"/>
            <a:ext cx="137160" cy="640080"/>
          </a:xfrm>
          <a:prstGeom prst="roundRect">
            <a:avLst>
              <a:gd name="adj" fmla="val 13333"/>
            </a:avLst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19659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构建工具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0" y="19659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 6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1965960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1965960"/>
            <a:ext cx="137160" cy="640080"/>
          </a:xfrm>
          <a:prstGeom prst="roundRect">
            <a:avLst>
              <a:gd name="adj" fmla="val 13333"/>
            </a:avLst>
          </a:prstGeom>
          <a:solidFill>
            <a:srgbClr val="339933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19659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后端框架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03920" y="19659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 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2743200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2743200"/>
            <a:ext cx="137160" cy="640080"/>
          </a:xfrm>
          <a:prstGeom prst="roundRect">
            <a:avLst>
              <a:gd name="adj" fmla="val 13333"/>
            </a:avLst>
          </a:prstGeom>
          <a:solidFill>
            <a:srgbClr val="4479A1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27432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43200" y="27432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 8.0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2743200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7920" y="2743200"/>
            <a:ext cx="137160" cy="64008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27432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引擎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03920" y="27432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DeepSeek Chat API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3520440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3520440"/>
            <a:ext cx="137160" cy="640080"/>
          </a:xfrm>
          <a:prstGeom prst="roundRect">
            <a:avLst>
              <a:gd name="adj" fmla="val 13333"/>
            </a:avLst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5204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安全防护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743200" y="35204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helmet + JWT + AES-256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17920" y="3520440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/>
        </p:spPr>
      </p:sp>
      <p:sp>
        <p:nvSpPr>
          <p:cNvPr id="33" name="Shape 31"/>
          <p:cNvSpPr/>
          <p:nvPr/>
        </p:nvSpPr>
        <p:spPr>
          <a:xfrm>
            <a:off x="6217920" y="3520440"/>
            <a:ext cx="137160" cy="64008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0" y="35204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Token计算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503920" y="35204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js-tiktoken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反幻觉四重防线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828800" cy="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 AI 输出 100% 基于用户真实信息，严禁编造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137160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371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 Prompt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反幻觉铁律嵌入系统提示词</a:t>
            </a:r>
            <a:endParaRPr lang="en-US" sz="11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严禁编造用户未说过的细节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55448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137160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0" y="1371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 Prompt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91840" y="23774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严格过滤规则</a:t>
            </a:r>
            <a:endParaRPr lang="en-US" sz="11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提问/催促/闲聊不提取为数据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55448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137160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1371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 Prompt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26480" y="23774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报告生成禁止脑补</a:t>
            </a:r>
            <a:endParaRPr lang="en-US" sz="11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只使用已确认的真实信息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61120" y="155448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92640" y="137160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9692640" y="1371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96112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服务端校验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961120" y="23774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格式/内容/长度校验</a:t>
            </a:r>
            <a:endParaRPr lang="en-US" sz="11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拒绝脏数据入库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114800"/>
            <a:ext cx="10972800" cy="548640"/>
          </a:xfrm>
          <a:prstGeom prst="roundRect">
            <a:avLst>
              <a:gd name="adj" fmla="val 16667"/>
            </a:avLst>
          </a:prstGeom>
          <a:solidFill>
            <a:srgbClr val="FEF2F2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114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⛔ 用户没说的东西 = 不存在 · 不允许合理推测 · 不允许行业惯例补充 · 不允许举例混入虚构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💰 商业模式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8288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5303520" cy="228600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官方模式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用户充值获得余额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每次AI调用按Token自动扣费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管理员可调整费用倍率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余额不足自动拦截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适合：平台化运营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303520" cy="22860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0" y="12801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自定义模式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182880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用户使用自己的DeepSeek Key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不扣平台余额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费用由用户自行承担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适合：技术用户/大客户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适合：私有化部署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10972800" cy="91440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7490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成本优势：每次申诉对话仅消耗约 2000-5000 Token（约 ¥0.01-0.05），生成报告约 5000-10000 Token（约 ¥0.05-0.10）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🗺️ 路线图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828800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已完成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AI 智能对话引擎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8328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DeepSeek 统一字段提取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行业自适应系统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申诉材料自动生成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成功案例知识库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Token 计费系统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管理后台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SSE 流式响应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🔮 规划中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多轮申诉跟踪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申诉成功率统计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2468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微信小程序端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更多支付渠道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3383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多 AI 模型支持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9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感谢关注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0" y="210312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微信商户号申诉专业助手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292608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⭐ Star on GitHub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B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github.com/aiyangdie/merchant-appeal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11480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B4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Made with ❤️ by aiyang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商户号申诉专业助手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微信商户号申诉专业助手 - AI驱动的智能申诉解决方案</dc:title>
  <dc:subject>项目介绍</dc:subject>
  <dc:creator>aiyang</dc:creator>
  <cp:lastModifiedBy>aiyang</cp:lastModifiedBy>
  <cp:revision>1</cp:revision>
  <dcterms:created xsi:type="dcterms:W3CDTF">2026-02-11T21:03:32Z</dcterms:created>
  <dcterms:modified xsi:type="dcterms:W3CDTF">2026-02-11T21:03:32Z</dcterms:modified>
</cp:coreProperties>
</file>